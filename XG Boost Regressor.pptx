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3D71-AB43-2952-74D9-43694121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XG Boost Regressor</a:t>
            </a:r>
            <a:br>
              <a:rPr lang="en-IN" dirty="0"/>
            </a:br>
            <a:r>
              <a:rPr lang="en-IN" sz="1800" dirty="0"/>
              <a:t>- Extreme Gradient Boosting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D17C-6EB2-DD89-0FC4-9B96E002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Form of ensemble learning that combines the predictions of several weak models.</a:t>
            </a:r>
          </a:p>
          <a:p>
            <a:r>
              <a:rPr lang="en-US" dirty="0"/>
              <a:t>This feature helps it to handle real-world data that contains missing values without having complex pre-processing.</a:t>
            </a:r>
          </a:p>
          <a:p>
            <a:r>
              <a:rPr lang="en-US" dirty="0"/>
              <a:t>Creates multiple small trees, improving the errors of previous one.</a:t>
            </a:r>
          </a:p>
          <a:p>
            <a:r>
              <a:rPr lang="en-US" dirty="0"/>
              <a:t>Requires careful tuning of hyperparameters (e.g., learning rate, max depth, number of estimators) for optimal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68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FF5D-3C02-F18A-40CA-523DE039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900" dirty="0"/>
              <a:t>XG Boost -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1F0D-B91D-5631-CB77-F43AB4CAA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High Performance</a:t>
            </a:r>
          </a:p>
          <a:p>
            <a:r>
              <a:rPr lang="en-US" dirty="0"/>
              <a:t>Accuracy and Scalability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Widely used Adoption.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07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1BC153-4C73-9714-82B5-958A5DCD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70320"/>
          </a:xfrm>
        </p:spPr>
        <p:txBody>
          <a:bodyPr/>
          <a:lstStyle/>
          <a:p>
            <a:r>
              <a:rPr lang="en-IN" sz="2900" dirty="0"/>
              <a:t>XG Booster – Pictorial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BF99A-7209-A8FA-DA6E-922D823A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83" y="1995949"/>
            <a:ext cx="7363853" cy="38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188E-9AAF-954C-5DB7-C9988C7F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Derivation of R value with different parameters  </a:t>
            </a:r>
            <a:r>
              <a:rPr lang="en-IN" sz="1800" dirty="0"/>
              <a:t>(Verified for Insurance predictor dataset)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F1ADA9-83B9-FE2F-4922-5454A56B5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880671"/>
              </p:ext>
            </p:extLst>
          </p:nvPr>
        </p:nvGraphicFramePr>
        <p:xfrm>
          <a:off x="1450975" y="2016125"/>
          <a:ext cx="960437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729">
                  <a:extLst>
                    <a:ext uri="{9D8B030D-6E8A-4147-A177-3AD203B41FA5}">
                      <a16:colId xmlns:a16="http://schemas.microsoft.com/office/drawing/2014/main" val="1888107583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315583332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134706378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1484501962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779015855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24840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N_estimators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Max_depth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3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5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3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5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45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0.851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3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543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921</TotalTime>
  <Words>158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XG Boost Regressor - Extreme Gradient Boosting </vt:lpstr>
      <vt:lpstr>XG Boost - Advantages</vt:lpstr>
      <vt:lpstr>XG Booster – Pictorial Representation</vt:lpstr>
      <vt:lpstr>Derivation of R value with different parameters  (Verified for Insurance predictor dataset)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 G</dc:creator>
  <cp:lastModifiedBy>Valar G</cp:lastModifiedBy>
  <cp:revision>11</cp:revision>
  <dcterms:created xsi:type="dcterms:W3CDTF">2025-12-15T08:30:06Z</dcterms:created>
  <dcterms:modified xsi:type="dcterms:W3CDTF">2025-12-26T13:23:55Z</dcterms:modified>
</cp:coreProperties>
</file>