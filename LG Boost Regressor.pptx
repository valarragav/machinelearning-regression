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60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43D71-AB43-2952-74D9-43694121A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LG Boost Regressor</a:t>
            </a:r>
            <a:br>
              <a:rPr lang="en-IN" dirty="0"/>
            </a:br>
            <a:r>
              <a:rPr lang="en-IN" sz="1800" dirty="0"/>
              <a:t>- Light Gradient Boosting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6D17C-6EB2-DD89-0FC4-9B96E002D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Predicts continuous values by minimizing a loss function (e.g., Mean Squared Error)</a:t>
            </a:r>
          </a:p>
          <a:p>
            <a:r>
              <a:rPr lang="en-US" dirty="0"/>
              <a:t>Effective for regression tasks and can handle both structured and unstructured 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7688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21BC153-4C73-9714-82B5-958A5DCD5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670320"/>
          </a:xfrm>
        </p:spPr>
        <p:txBody>
          <a:bodyPr/>
          <a:lstStyle/>
          <a:p>
            <a:r>
              <a:rPr lang="en-IN" sz="2900" dirty="0"/>
              <a:t>LG Booster – Pictorial Representation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30ECAF-6348-B5B6-7D28-B147EE152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517" y="1982442"/>
            <a:ext cx="8945328" cy="407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141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7188E-9AAF-954C-5DB7-C9988C7F5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Derivation of R value with different parameters  </a:t>
            </a:r>
            <a:r>
              <a:rPr lang="en-IN" sz="1800" dirty="0"/>
              <a:t>(Verified for Insurance predictor dataset)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F1ADA9-83B9-FE2F-4922-5454A56B5C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837800"/>
              </p:ext>
            </p:extLst>
          </p:nvPr>
        </p:nvGraphicFramePr>
        <p:xfrm>
          <a:off x="1450975" y="2016125"/>
          <a:ext cx="8003645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729">
                  <a:extLst>
                    <a:ext uri="{9D8B030D-6E8A-4147-A177-3AD203B41FA5}">
                      <a16:colId xmlns:a16="http://schemas.microsoft.com/office/drawing/2014/main" val="1888107583"/>
                    </a:ext>
                  </a:extLst>
                </a:gridCol>
                <a:gridCol w="1600729">
                  <a:extLst>
                    <a:ext uri="{9D8B030D-6E8A-4147-A177-3AD203B41FA5}">
                      <a16:colId xmlns:a16="http://schemas.microsoft.com/office/drawing/2014/main" val="2315583332"/>
                    </a:ext>
                  </a:extLst>
                </a:gridCol>
                <a:gridCol w="1600729">
                  <a:extLst>
                    <a:ext uri="{9D8B030D-6E8A-4147-A177-3AD203B41FA5}">
                      <a16:colId xmlns:a16="http://schemas.microsoft.com/office/drawing/2014/main" val="2134706378"/>
                    </a:ext>
                  </a:extLst>
                </a:gridCol>
                <a:gridCol w="1600729">
                  <a:extLst>
                    <a:ext uri="{9D8B030D-6E8A-4147-A177-3AD203B41FA5}">
                      <a16:colId xmlns:a16="http://schemas.microsoft.com/office/drawing/2014/main" val="2779015855"/>
                    </a:ext>
                  </a:extLst>
                </a:gridCol>
                <a:gridCol w="1600729">
                  <a:extLst>
                    <a:ext uri="{9D8B030D-6E8A-4147-A177-3AD203B41FA5}">
                      <a16:colId xmlns:a16="http://schemas.microsoft.com/office/drawing/2014/main" val="2248401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Boosting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N_estimators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Max_depth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Random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837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gbdt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357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>
                          <a:highlight>
                            <a:srgbClr val="FFFF00"/>
                          </a:highlight>
                        </a:rPr>
                        <a:t>gbdt</a:t>
                      </a:r>
                      <a:endParaRPr lang="en-IN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highlight>
                            <a:srgbClr val="FFFF00"/>
                          </a:highlight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highlight>
                            <a:srgbClr val="FFFF00"/>
                          </a:highlight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highlight>
                            <a:srgbClr val="FFFF00"/>
                          </a:highlight>
                        </a:rPr>
                        <a:t>0.876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538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Gbdt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0.785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07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765433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1214</TotalTime>
  <Words>88</Words>
  <Application>Microsoft Office PowerPoint</Application>
  <PresentationFormat>Widescreen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Gill Sans MT</vt:lpstr>
      <vt:lpstr>Gallery</vt:lpstr>
      <vt:lpstr>LG Boost Regressor - Light Gradient Boosting </vt:lpstr>
      <vt:lpstr>LG Booster – Pictorial Representation</vt:lpstr>
      <vt:lpstr>Derivation of R value with different parameters  (Verified for Insurance predictor dataset)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Valar G</dc:creator>
  <cp:lastModifiedBy>Valar G</cp:lastModifiedBy>
  <cp:revision>11</cp:revision>
  <dcterms:created xsi:type="dcterms:W3CDTF">2025-12-15T08:30:06Z</dcterms:created>
  <dcterms:modified xsi:type="dcterms:W3CDTF">2025-12-26T17:41:45Z</dcterms:modified>
</cp:coreProperties>
</file>